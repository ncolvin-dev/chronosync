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520000">
            <a:off x="-457200" y="3840480"/>
            <a:ext cx="32004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280000">
            <a:off x="-457200" y="438912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880000">
            <a:off x="-457200" y="3291840"/>
            <a:ext cx="36576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040000">
            <a:off x="-457200" y="4663440"/>
            <a:ext cx="22860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554480"/>
            <a:ext cx="73152" cy="21031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08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CHRONOSYNC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Management for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H&amp;I Service Committees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 Aliu  ·  Nicholas Colvin  ·  Sara Elkahtib  ·  Chris Sexton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520000">
            <a:off x="-457200" y="3840480"/>
            <a:ext cx="32004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280000">
            <a:off x="-457200" y="438912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880000">
            <a:off x="-457200" y="3291840"/>
            <a:ext cx="36576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040000">
            <a:off x="-457200" y="4663440"/>
            <a:ext cx="22860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54864" cy="1737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H&amp;I?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Hospitals &amp; Institutions Service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HOSPITALS &amp; INSTITUTIONS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12-Step Service 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144475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12-step fellowships (AA, NA, etc.) organize into </a:t>
            </a:r>
            <a:pPr algn="l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→ Districts → Areas → Regions.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forms subcommittees to deliver services. One of the most important is the </a:t>
            </a:r>
            <a:pPr algn="l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&amp; Institutions (H&amp;I) Subcommittee.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H&amp;I Different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2944368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12-step meeting:</a:t>
            </a:r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People come to the meeting.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H&amp;I meeting:</a:t>
            </a:r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meeting goes to the people — inside jails, hospitals, treatment centers, and shelters, for those who physically cannot attend outside meetings.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participant is a volunteer. Every leadership role rotates.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1005840"/>
            <a:ext cx="3931920" cy="118872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005840"/>
            <a:ext cx="54864" cy="11887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56632" y="114300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0056" y="146304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0056" y="1810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Jails, hospitals, treatment centers, and shelters each have unique credentialing and eligibility requirements.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331720"/>
            <a:ext cx="3931920" cy="118872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331720"/>
            <a:ext cx="54864" cy="11887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6632" y="246888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0056" y="278892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Volunteer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0056" y="31363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paid staff. Coordinators, panel leaders, and speakers all give their time freely.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657600"/>
            <a:ext cx="3931920" cy="118872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657600"/>
            <a:ext cx="54864" cy="11887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56632" y="379476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0056" y="411480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Rotating Leadership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0056" y="44622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positions turn over regularly by design — making smooth transitions critical.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520000">
            <a:off x="-457200" y="3840480"/>
            <a:ext cx="32004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280000">
            <a:off x="-457200" y="438912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880000">
            <a:off x="-457200" y="3291840"/>
            <a:ext cx="36576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040000">
            <a:off x="-457200" y="4663440"/>
            <a:ext cx="22860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54864" cy="1737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CHALLENGES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wrong with the manual approach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PROBLEMS — CURRENT PAIN POINTS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28600" y="100584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00584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" y="114300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4630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 &amp; Phone Scheduling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" y="18105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Coordinators manage volunteers via text, phone, and paper lists. One person holds everything — a single point of failure.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100584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005840"/>
            <a:ext cx="54864" cy="1691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1143000"/>
            <a:ext cx="25603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4630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Missed Commitments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18105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communication and last-minute cancellations leave facilities without coverage, with no backup system to fill gaps.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00584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005840"/>
            <a:ext cx="54864" cy="1691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1143000"/>
            <a:ext cx="256032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14630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Central Volunteer Database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08776" y="18105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profiles, contact info, and eligibility data live in disparate places — phone contacts, binders, personal notes.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88036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880360"/>
            <a:ext cx="54864" cy="16916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" y="3017520"/>
            <a:ext cx="256032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3337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Credential Tracking Failures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" y="368503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checks and TB tests expire unnoticed. Outdated credentials stored in binders are rarely reviewed proactively.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54680" y="288036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2880360"/>
            <a:ext cx="54864" cy="16916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9272" y="3017520"/>
            <a:ext cx="256032" cy="25603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82696" y="3337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Leadership Transition Loss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82696" y="368503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coordinator's term ends, their institutional knowledge often walks out the door. New leaders reinvent everything.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288036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880360"/>
            <a:ext cx="54864" cy="169164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5352" y="3017520"/>
            <a:ext cx="256032" cy="2560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3337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Reporting is Manual &amp; Slow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08776" y="368503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reports on attendance, coverage, and credential status require hours of manual compilation from scattered sources.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520000">
            <a:off x="-457200" y="3840480"/>
            <a:ext cx="32004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280000">
            <a:off x="-457200" y="438912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880000">
            <a:off x="-457200" y="3291840"/>
            <a:ext cx="36576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040000">
            <a:off x="-457200" y="4663440"/>
            <a:ext cx="22860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54864" cy="1737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ChronoSync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CHRONOSYNC — AN ELEGANT CENTRALIZED SOLUTION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987552"/>
            <a:ext cx="8412480" cy="10515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39112"/>
            <a:ext cx="8412480" cy="457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98755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volunteer coordination platform built for H&amp;I service committees — replacing paper, phones, and guesswork with one source of truth.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2011680" cy="251460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40280"/>
            <a:ext cx="201168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377440"/>
            <a:ext cx="365760" cy="36576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Volunteers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profiles: clean date, availability, gender, transportation, and legal restrictions — everything the matching algorithm needs.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2240280"/>
            <a:ext cx="2011680" cy="251460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2240280"/>
            <a:ext cx="201168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377440"/>
            <a:ext cx="365760" cy="36576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facility records: credentialing requirements, contacts, eligibility rules, and multiple recurring meeting slots per location.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2011680" cy="251460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240280"/>
            <a:ext cx="201168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2377440"/>
            <a:ext cx="365760" cy="36576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pattern scheduling (e.g. 'Every 1st Tuesday at 7pm') with per-occurrence volunteer assignments and confirmation tracking.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12280" y="2240280"/>
            <a:ext cx="2011680" cy="251460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2240280"/>
            <a:ext cx="201168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2377440"/>
            <a:ext cx="365760" cy="36576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SMS assignment notices. Volunteers reply YES or NO. Coordinators see real-time confirmation status.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28600" y="100584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005840"/>
            <a:ext cx="54864" cy="16916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" y="114300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4630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Matching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" y="18105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scores volunteers by availability, credentials, gender match, clean time, and proximity to surface the best candidates for each opening.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100584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005840"/>
            <a:ext cx="54864" cy="16916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114300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4630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18105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Admin, Coordinator, and Volunteer roles. Dual roles supported — a volunteer who also coordinates sees both views seamlessly.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00584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005840"/>
            <a:ext cx="54864" cy="16916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114300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14630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Credential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08776" y="181051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Per-volunteer, per-facility credential records with approval dates, expiration tracking, and status flags (pending, approved, expired).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88036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880360"/>
            <a:ext cx="54864" cy="16916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" y="301752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3337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Availability Scheduling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" y="368503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week/day/hour availability windows power the matching engine and eliminate manual back-and-forth.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54680" y="288036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2880360"/>
            <a:ext cx="54864" cy="16916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9272" y="301752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82696" y="3337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82696" y="368503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— assignment, cancellation, credential update — is logged with the actor, timestamp, and a before/after change record.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2880360"/>
            <a:ext cx="2834640" cy="1691640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880360"/>
            <a:ext cx="54864" cy="16916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5352" y="3017520"/>
            <a:ext cx="256032" cy="2560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33375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Handoff-Ready Design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08776" y="368503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institutional knowledge lives in the system. A new coordinator logs in on day one and has everything the previous coordinator had.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RESILIENCY, CONTINUITY &amp; LEADERSHIP TRANSITION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987552"/>
            <a:ext cx="41148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987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— Manual Approach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987552"/>
            <a:ext cx="4114800" cy="4572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87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— ChronoSync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1444752"/>
            <a:ext cx="4114800" cy="3063240"/>
          </a:xfrm>
          <a:prstGeom prst="rect">
            <a:avLst/>
          </a:prstGeom>
          <a:solidFill>
            <a:srgbClr val="FEF9F9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444752"/>
            <a:ext cx="4114800" cy="3063240"/>
          </a:xfrm>
          <a:prstGeom prst="rect">
            <a:avLst/>
          </a:prstGeom>
          <a:solidFill>
            <a:srgbClr val="F4FDFB"/>
          </a:solidFill>
          <a:ln w="635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581912"/>
            <a:ext cx="3794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D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Coordinator's personal phone holds all contacts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D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Paper binders track credentials — often out of date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D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coordinator spends months piecing things together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D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missed call means a missed meeting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D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backup when a coordinator is unavailable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D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Reporting takes hours of manual compilation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581912"/>
            <a:ext cx="3794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volunteer data in one centralized system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Credential expiration tracked automatically with alerts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coordinator logs in and has everything, day one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 confirms or re-assigns until coverage is secured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Any coordinator with access can step in at any time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4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Reports generated instantly from live data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520000">
            <a:off x="-457200" y="3840480"/>
            <a:ext cx="32004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280000">
            <a:off x="-457200" y="438912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880000">
            <a:off x="-457200" y="3291840"/>
            <a:ext cx="36576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040000">
            <a:off x="-457200" y="4663440"/>
            <a:ext cx="22860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54864" cy="1737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28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SHOWCASE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 of ChronoSync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CCCCC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WILL SEE IN THE DEMO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1024128"/>
            <a:ext cx="4160520" cy="1170432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1280160"/>
            <a:ext cx="502920" cy="50292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3272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Coordinator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" y="14447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 view for an H&amp;I coordinator — quick overview of upcoming meetings, coverage status, and volunteers needing follow-up.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24128"/>
            <a:ext cx="4160520" cy="1170432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1280160"/>
            <a:ext cx="502920" cy="50292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68112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Volunteer Management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8112" y="14447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volunteer, setting their availability, tracking clean date and credentials, and viewing their assignment history.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350008"/>
            <a:ext cx="4160520" cy="1170432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2606040"/>
            <a:ext cx="502920" cy="50292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Facility &amp; Meeting Management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3272" y="27706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the facility list, searching by name and city, managing eligibility rules, and editing recurring meeting slot schedules.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350008"/>
            <a:ext cx="4160520" cy="1170432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2606040"/>
            <a:ext cx="502920" cy="50292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Matching &amp; Assignment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68112" y="27706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matching algorithm — viewing scored candidates for an upcoming occurrence and assigning the best fit.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4160520" cy="1170432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" y="3931920"/>
            <a:ext cx="502920" cy="50292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3272" y="3767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SMS Confirmation Flow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33272" y="40965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notifies a volunteer of their assignment and tracks YES/NO responses in real time.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675888"/>
            <a:ext cx="4160520" cy="1170432"/>
          </a:xfrm>
          <a:prstGeom prst="rect">
            <a:avLst/>
          </a:prstGeom>
          <a:solidFill>
            <a:srgbClr val="F0ED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931920"/>
            <a:ext cx="502920" cy="50292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68112" y="3767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&amp; Reporting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68112" y="40965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logged. Full history of who did what and when — ready for leadership transitions.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520000">
            <a:off x="6217920" y="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280000">
            <a:off x="6858000" y="0"/>
            <a:ext cx="25603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040000">
            <a:off x="7498080" y="0"/>
            <a:ext cx="219456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880000">
            <a:off x="5303520" y="0"/>
            <a:ext cx="43891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300000">
            <a:off x="5669280" y="548640"/>
            <a:ext cx="347472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900000">
            <a:off x="8229600" y="0"/>
            <a:ext cx="1097280" cy="0"/>
          </a:xfrm>
          <a:prstGeom prst="line">
            <a:avLst/>
          </a:prstGeom>
          <a:noFill/>
          <a:ln w="1016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2520000">
            <a:off x="-457200" y="3840480"/>
            <a:ext cx="32004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2280000">
            <a:off x="-457200" y="4389120"/>
            <a:ext cx="27432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880000">
            <a:off x="-457200" y="3291840"/>
            <a:ext cx="36576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2040000">
            <a:off x="-457200" y="4663440"/>
            <a:ext cx="2286000" cy="0"/>
          </a:xfrm>
          <a:prstGeom prst="line">
            <a:avLst/>
          </a:prstGeom>
          <a:noFill/>
          <a:ln w="1016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417320"/>
            <a:ext cx="73152" cy="23774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68680" y="2377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868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Owen Aliu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53512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Nicholas Colvin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38344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Elkahtib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Sexton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github.com/ncolvin-dev/chronosync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ChronoSync – H&amp;I Volunteer Management</dc:title>
  <dc:subject>PptxGenJS Presentation</dc:subject>
  <dc:creator>PptxGenJS</dc:creator>
  <cp:lastModifiedBy>PptxGenJS</cp:lastModifiedBy>
  <cp:revision>1</cp:revision>
  <dcterms:created xsi:type="dcterms:W3CDTF">2026-04-22T12:59:00Z</dcterms:created>
  <dcterms:modified xsi:type="dcterms:W3CDTF">2026-04-22T12:59:00Z</dcterms:modified>
</cp:coreProperties>
</file>